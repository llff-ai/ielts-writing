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f91dfdc1ae4f44" /><Relationship Type="http://schemas.openxmlformats.org/officeDocument/2006/relationships/extended-properties" Target="/docProps/app.xml" Id="Rd761fe24e9154ee8" /><Relationship Type="http://schemas.openxmlformats.org/officeDocument/2006/relationships/officeDocument" Target="/ppt/presentation.xml" Id="R106257cb181b4d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354ecd4f824677"/>
  </p:sldMasterIdLst>
  <p:notesMasterIdLst>
    <p:notesMasterId xmlns:r="http://schemas.openxmlformats.org/officeDocument/2006/relationships" r:id="R04981c26482f42a3"/>
  </p:notesMasterIdLst>
  <p:sldIdLst>
    <p:sldId xmlns:r="http://schemas.openxmlformats.org/officeDocument/2006/relationships" id="256" r:id="R3101a57ecf0b4bef"/>
    <p:sldId xmlns:r="http://schemas.openxmlformats.org/officeDocument/2006/relationships" id="257" r:id="R43c3930e1e414bce"/>
    <p:sldId xmlns:r="http://schemas.openxmlformats.org/officeDocument/2006/relationships" id="258" r:id="R8443d2237b2d4e20"/>
    <p:sldId xmlns:r="http://schemas.openxmlformats.org/officeDocument/2006/relationships" id="259" r:id="R0bfafe729fc74a2d"/>
    <p:sldId xmlns:r="http://schemas.openxmlformats.org/officeDocument/2006/relationships" id="260" r:id="R3df606341fb64539"/>
    <p:sldId xmlns:r="http://schemas.openxmlformats.org/officeDocument/2006/relationships" id="261" r:id="Ra57746ce16944c05"/>
    <p:sldId xmlns:r="http://schemas.openxmlformats.org/officeDocument/2006/relationships" id="262" r:id="R1434e190ea8e44ba"/>
    <p:sldId xmlns:r="http://schemas.openxmlformats.org/officeDocument/2006/relationships" id="263" r:id="Ra1a4c23387314963"/>
    <p:sldId xmlns:r="http://schemas.openxmlformats.org/officeDocument/2006/relationships" id="264" r:id="R4a264927ebec46da"/>
    <p:sldId xmlns:r="http://schemas.openxmlformats.org/officeDocument/2006/relationships" id="265" r:id="R9ecccbbb73d843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54ecd4f824677" /><Relationship Type="http://schemas.openxmlformats.org/officeDocument/2006/relationships/theme" Target="/ppt/theme/theme1.xml" Id="R8e38a021544f4431" /><Relationship Type="http://schemas.openxmlformats.org/officeDocument/2006/relationships/notesMaster" Target="/ppt/notesMasters/notesMaster1.xml" Id="R04981c26482f42a3" /><Relationship Type="http://schemas.openxmlformats.org/officeDocument/2006/relationships/presProps" Target="/ppt/presProps.xml" Id="R2757ab25672c469c" /><Relationship Type="http://schemas.openxmlformats.org/officeDocument/2006/relationships/viewProps" Target="/ppt/viewProps.xml" Id="R58c4187372e446e3" /><Relationship Type="http://schemas.openxmlformats.org/officeDocument/2006/relationships/tableStyles" Target="/ppt/tableStyles.xml" Id="Rb1d35c154c644202" /><Relationship Type="http://schemas.openxmlformats.org/officeDocument/2006/relationships/slide" Target="/ppt/slides/slide1.xml" Id="R3101a57ecf0b4bef" /><Relationship Type="http://schemas.openxmlformats.org/officeDocument/2006/relationships/slide" Target="/ppt/slides/slide2.xml" Id="R43c3930e1e414bce" /><Relationship Type="http://schemas.openxmlformats.org/officeDocument/2006/relationships/slide" Target="/ppt/slides/slide3.xml" Id="R8443d2237b2d4e20" /><Relationship Type="http://schemas.openxmlformats.org/officeDocument/2006/relationships/slide" Target="/ppt/slides/slide4.xml" Id="R0bfafe729fc74a2d" /><Relationship Type="http://schemas.openxmlformats.org/officeDocument/2006/relationships/slide" Target="/ppt/slides/slide5.xml" Id="R3df606341fb64539" /><Relationship Type="http://schemas.openxmlformats.org/officeDocument/2006/relationships/slide" Target="/ppt/slides/slide6.xml" Id="Ra57746ce16944c05" /><Relationship Type="http://schemas.openxmlformats.org/officeDocument/2006/relationships/slide" Target="/ppt/slides/slide7.xml" Id="R1434e190ea8e44ba" /><Relationship Type="http://schemas.openxmlformats.org/officeDocument/2006/relationships/slide" Target="/ppt/slides/slide8.xml" Id="Ra1a4c23387314963" /><Relationship Type="http://schemas.openxmlformats.org/officeDocument/2006/relationships/slide" Target="/ppt/slides/slide9.xml" Id="R4a264927ebec46da" /><Relationship Type="http://schemas.openxmlformats.org/officeDocument/2006/relationships/slide" Target="/ppt/slides/slide10.xml" Id="R9ecccbbb73d843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faf78b9938a49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983a679714ada" /><Relationship Type="http://schemas.openxmlformats.org/officeDocument/2006/relationships/notesMaster" Target="/ppt/notesMasters/notesMaster1.xml" Id="Rd48559b4098c40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9b5d4a5dba4110" /><Relationship Type="http://schemas.openxmlformats.org/officeDocument/2006/relationships/notesMaster" Target="/ppt/notesMasters/notesMaster1.xml" Id="Re28081c112454e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e848f18be4a9d" /><Relationship Type="http://schemas.openxmlformats.org/officeDocument/2006/relationships/notesMaster" Target="/ppt/notesMasters/notesMaster1.xml" Id="Re3495e13b1a54c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be121a4dcf4854" /><Relationship Type="http://schemas.openxmlformats.org/officeDocument/2006/relationships/notesMaster" Target="/ppt/notesMasters/notesMaster1.xml" Id="R72e4c51114594b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0d285136614f3a" /><Relationship Type="http://schemas.openxmlformats.org/officeDocument/2006/relationships/notesMaster" Target="/ppt/notesMasters/notesMaster1.xml" Id="R8181cbe8972d4b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6e8ac89cb54afe" /><Relationship Type="http://schemas.openxmlformats.org/officeDocument/2006/relationships/notesMaster" Target="/ppt/notesMasters/notesMaster1.xml" Id="R462735f5ef4c4c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9e9b3b797741fe" /><Relationship Type="http://schemas.openxmlformats.org/officeDocument/2006/relationships/notesMaster" Target="/ppt/notesMasters/notesMaster1.xml" Id="R49c8e35b08e141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e2fbc8fb3b4e14" /><Relationship Type="http://schemas.openxmlformats.org/officeDocument/2006/relationships/notesMaster" Target="/ppt/notesMasters/notesMaster1.xml" Id="R251b4fb0f46c40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7c91347579431d" /><Relationship Type="http://schemas.openxmlformats.org/officeDocument/2006/relationships/notesMaster" Target="/ppt/notesMasters/notesMaster1.xml" Id="R96fce241699642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42478d89374ecc" /><Relationship Type="http://schemas.openxmlformats.org/officeDocument/2006/relationships/notesMaster" Target="/ppt/notesMasters/notesMaster1.xml" Id="R1d80dbb47fe94a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7bced2ac4428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150ad1f24e24dbd" /><Relationship Type="http://schemas.openxmlformats.org/officeDocument/2006/relationships/slideLayout" Target="/ppt/slideLayouts/slideLayout2.xml" Id="R4ccfaa12a7ac44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cfaa12a7ac44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d0294ab6ad4651" /><Relationship Type="http://schemas.openxmlformats.org/officeDocument/2006/relationships/notesSlide" Target="/ppt/notesSlides/notesSlide1.xml" Id="Re11bfd04bfdf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0a540459a54c6d" /><Relationship Type="http://schemas.openxmlformats.org/officeDocument/2006/relationships/notesSlide" Target="/ppt/notesSlides/notesSlide2.xml" Id="R34f1306c124247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7fb888c0f145f8" /><Relationship Type="http://schemas.openxmlformats.org/officeDocument/2006/relationships/notesSlide" Target="/ppt/notesSlides/notesSlide3.xml" Id="R71d0e5a5995942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5d70c3068d4652" /><Relationship Type="http://schemas.openxmlformats.org/officeDocument/2006/relationships/notesSlide" Target="/ppt/notesSlides/notesSlide4.xml" Id="R6815b463498542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3d27db3b6041b8" /><Relationship Type="http://schemas.openxmlformats.org/officeDocument/2006/relationships/notesSlide" Target="/ppt/notesSlides/notesSlide5.xml" Id="R3f1e15f6b4ce49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8b382ea0da415c" /><Relationship Type="http://schemas.openxmlformats.org/officeDocument/2006/relationships/image" Target="/ppt/media/image.jpeg" Id="R1bb17f631b7a446f" /><Relationship Type="http://schemas.openxmlformats.org/officeDocument/2006/relationships/image" Target="/ppt/media/image2.jpeg" Id="Re6ff5e9b2cb542a7" /><Relationship Type="http://schemas.openxmlformats.org/officeDocument/2006/relationships/image" Target="/ppt/media/image3.jpeg" Id="Rcaaf508462d2489f" /><Relationship Type="http://schemas.openxmlformats.org/officeDocument/2006/relationships/notesSlide" Target="/ppt/notesSlides/notesSlide6.xml" Id="Rbc71e9c706a24c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552c1699654731" /><Relationship Type="http://schemas.openxmlformats.org/officeDocument/2006/relationships/notesSlide" Target="/ppt/notesSlides/notesSlide7.xml" Id="R6a9caa592eed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f142b1e8e4ce2" /><Relationship Type="http://schemas.openxmlformats.org/officeDocument/2006/relationships/notesSlide" Target="/ppt/notesSlides/notesSlide8.xml" Id="R933c0b98f07143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fe73519aa24507" /><Relationship Type="http://schemas.openxmlformats.org/officeDocument/2006/relationships/notesSlide" Target="/ppt/notesSlides/notesSlide9.xml" Id="R778ff98821c949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c8f5cd37054206" /><Relationship Type="http://schemas.openxmlformats.org/officeDocument/2006/relationships/notesSlide" Target="/ppt/notesSlides/notesSlide10.xml" Id="Rf662e9d0cadc45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43136-0E2D-46FB-B5AF-DB3469A9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BA519-A388-4E67-9E29-B4CA7CBA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23EF1-0287-40AD-BD29-10BD8E57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2190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3A6DC-9172-4C10-B235-796DDBEE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106680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E0D2A-92F7-4761-B998-1A133375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906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420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雅思写作批改网站 MVP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420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项目总结报告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3CC05-4EB4-486F-85CA-696C82D9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909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方案定稿：Codex 第一版 → Claude 迭代澄清 → V2 规范锁定执行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0ECE9-5596-4F2E-8FAA-7103BFAD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291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35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3582F"/>
                </a:solidFill>
                <a:latin typeface="Microsoft YaHei"/>
                <a:ea typeface="Microsoft YaHei"/>
                <a:cs typeface="Microsoft YaHei"/>
              </a:rPr>
              <a:t>关键词：登录体系、整理后的数据库、RAG 召回链路、DeepSeek v4 批改流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81043-069C-4FC2-A3AE-89A7D42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19050" rIns="76200" bIns="1905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雅思写作批改网站 · 项目总结报告 | 1/10</a:t>
            </a:r>
          </a:p>
        </p:txBody>
      </p:sp>
    </p:spTree>
    <p:extLst>
      <p:ext uri="{BB962C8B-B14F-4D97-AF65-F5344CB8AC3E}">
        <p14:creationId xmlns:p14="http://schemas.microsoft.com/office/powerpoint/2010/main" val="1243600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AB462-4475-459E-9406-541EF84F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3C52C-B26B-49E2-A4F6-1795B968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52949-06AB-44D9-8C16-4D6AE4CD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2190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CADD5-B361-4218-BA6B-6E1A4151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 lIns="228600" tIns="152400" rIns="228600" bIns="11430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01 选题与目标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为什么做这个项目，以及 MVP 目标如何定义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23B57-7121-4E8A-A08F-FD1D8F6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334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346FA-25E5-4092-B33C-214B43D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选题背景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1390C-7154-40E9-A2DE-08DF2C0A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991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用户痛点：雅思写作练习后，缺乏“及时 + 可执行”的反馈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传统方案问题：批改慢、成本高、很难持续练习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机会点：RAG + 大模型可以把“提分建议”产品化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目标用户：备考中的中国考生，重点关注 Task 2 议论文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E5809-6A1E-4ED6-B5B1-859F76A2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85900"/>
            <a:ext cx="5334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4651F-1E27-4B8E-A7A6-87AE77DE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MVP 成功标准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D7070-ABEC-4009-B4C9-4E207778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4991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从提交到拿到报告，全流程可跑通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报告结构稳定：总评、四项评分、逐句建议、改写示例、行动建议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支持历史记录与“重新生成”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召回可解释：结果页可见范文与参考观点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开发执行完全遵循《雅思网站Codex开发规范V2》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79B05-5DA6-4DEA-84CB-1D49A351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19050" rIns="76200" bIns="1905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雅思写作批改网站 · 项目总结报告 | 2/10</a:t>
            </a:r>
          </a:p>
        </p:txBody>
      </p:sp>
    </p:spTree>
    <p:extLst>
      <p:ext uri="{BB962C8B-B14F-4D97-AF65-F5344CB8AC3E}">
        <p14:creationId xmlns:p14="http://schemas.microsoft.com/office/powerpoint/2010/main" val="12650024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1842B-D78D-490F-962E-330D96C8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BB112-3F9B-4CD9-8470-758B6C2B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29776-2286-4D87-83EB-EB3E82BD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2190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79EE7-7339-4C0B-893E-7B9D2477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 lIns="228600" tIns="152400" rIns="228600" bIns="11430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02 方案定稿过程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从初版到可执行规范的迭代路径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B6241-3A97-4269-8DC8-A037263B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81375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58AB7-C0A9-483D-ADC9-075E94B3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03847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Step A：Codex 初版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944DD-3A95-4419-BA7D-7566470D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038475" cy="3676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输出第一版雅思写作网站方案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覆盖模块较完整，但执行口径还不够统一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存在“可理解但不够强约束”的问题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79965-1E42-450A-A959-AAC2351D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19250"/>
            <a:ext cx="3381375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6A338-440E-469B-B7DC-9788AC39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2600"/>
            <a:ext cx="303847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Step B：Claude 深化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CA991-A4EB-4735-B2FD-1C1AD281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3038475" cy="3676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目标：把方案改造成“可直接执行指令集”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明确登录方式（Credentials）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明确数据库清洗与字段映射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明确 RAG 召回策略与兜底规则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明确 DeepSeek v4（deepseek-chat）批改链路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0FC5-6683-492F-BEF3-A8817A25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381375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B3BF2-BFFF-4EB2-9981-3217D546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03847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Step C：V2 锁定执行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91900-577D-48E7-8B35-B659F183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3038475" cy="3676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最终方案写入《雅思网站Codex开发规范V2.docx》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10 个步骤强制顺序开发与验收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以文档为唯一准则，不扩展 MVP 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4DC50-507D-4D96-B4D3-D6419AA4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19050" rIns="76200" bIns="1905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雅思写作批改网站 · 项目总结报告 | 3/10</a:t>
            </a:r>
          </a:p>
        </p:txBody>
      </p:sp>
    </p:spTree>
    <p:extLst>
      <p:ext uri="{BB962C8B-B14F-4D97-AF65-F5344CB8AC3E}">
        <p14:creationId xmlns:p14="http://schemas.microsoft.com/office/powerpoint/2010/main" val="21386381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C79BF9-5224-4C4A-9B16-ACC6346B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E857B-9567-4C0E-B1A6-75520466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89FD5-E84A-4EAF-8F6A-08C7AB06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2190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3EB4F-CA20-4245-A6FD-1CA81DBC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 lIns="228600" tIns="152400" rIns="228600" bIns="11430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03 技术路线 / 流程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前后端、数据层、模型层的实现选型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FE808-CA30-4884-BE8E-86B6A9C7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334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0016A-9E8D-41BF-B5E2-14D17A83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系统技术栈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289D0-E52B-4A2A-8E2C-FFA0F681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991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前端：Next.js 14 App Router + Tailwind CSS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认证：NextAuth v5 Credentials + bcryptjs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数据层：Prisma + PostgreSQL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AI 推理：DeepSeek API（模型固定 deepseek-chat）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检索增强：RAG（题目 / 话题双路召回）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95C6A-FE7E-4EF2-93D0-01BBD6B9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85900"/>
            <a:ext cx="5334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274A8-EB0E-4FE5-8CA2-7F5DDAA5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主流程（端到端）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82C66-A279-4C62-9F42-C1B2C8F5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4991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1. 用户注册 / 登录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2. 提交题目 + 作文文本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3. 保存 Submission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4. 根据 questionId/themeCn 召回知识块与范文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5. 组装 Prompt（system + user）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6. DeepSeek 流式生成批改 JSON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7. 解析并存储 FeedbackReport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8. 结果页 / 历史页展示最新报告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F3773-5E8D-43D7-8348-3461B323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19050" rIns="76200" bIns="1905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雅思写作批改网站 · 项目总结报告 | 4/10</a:t>
            </a:r>
          </a:p>
        </p:txBody>
      </p:sp>
    </p:spTree>
    <p:extLst>
      <p:ext uri="{BB962C8B-B14F-4D97-AF65-F5344CB8AC3E}">
        <p14:creationId xmlns:p14="http://schemas.microsoft.com/office/powerpoint/2010/main" val="20833580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99AA17-18EE-46A1-9E23-034146FA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CC660-F220-45F7-A9B0-96507246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FB6E2-217B-4379-AA24-A30BD7BD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2190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54AB4-E6CD-4022-A046-D226E4E2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 lIns="228600" tIns="152400" rIns="228600" bIns="11430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04 系统架构与数据流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提交、召回、生成、存储、展示的一体化链路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164F0-6C8D-49A2-A7A7-210ABFCF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333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  <p:txBody>
          <a:bodyPr xmlns:a="http://schemas.openxmlformats.org/drawingml/2006/main" lIns="133350" tIns="114300" rIns="114300" bIns="9525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A. 用户提交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Submit 页面选择题目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输入作文并发起提交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17BF6-14AD-4779-A155-991100F9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  <p:txBody>
          <a:bodyPr xmlns:a="http://schemas.openxmlformats.org/drawingml/2006/main" lIns="133350" tIns="114300" rIns="114300" bIns="9525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B. 写入数据库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创建 Submission 记录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关联 userId / questionId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D245A-6C7A-4091-8731-CF0FC1C6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333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  <p:txBody>
          <a:bodyPr xmlns:a="http://schemas.openxmlformats.org/drawingml/2006/main" lIns="133350" tIns="114300" rIns="114300" bIns="9525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C. RAG 召回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KnowledgeChunk Top8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ModelEssay 精确+兜底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0BD86-86DC-4FE9-AA53-A5798C8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333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  <p:txBody>
          <a:bodyPr xmlns:a="http://schemas.openxmlformats.org/drawingml/2006/main" lIns="133350" tIns="114300" rIns="114300" bIns="9525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D. Prompt 组装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拼接题目、作文、召回上下文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生成统一批改指令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010A9-A3E0-4E01-A95C-0C075EF0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29000"/>
            <a:ext cx="3333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  <p:txBody>
          <a:bodyPr xmlns:a="http://schemas.openxmlformats.org/drawingml/2006/main" lIns="133350" tIns="114300" rIns="114300" bIns="9525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E. DeepSeek 批改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请求 deepseek-chat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流式返回结构化结果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DE0CC-F3A6-4300-A18C-A218122B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333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  <p:txBody>
          <a:bodyPr xmlns:a="http://schemas.openxmlformats.org/drawingml/2006/main" lIns="133350" tIns="114300" rIns="114300" bIns="9525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F. 结果落库与查询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saveReport 写入 FeedbackReport</a:t>
            </a: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结果页/历史页读取最新报告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F4621-DFD5-477F-975F-D03E5648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0591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关键保证：同一 submission 可生成多份报告（重生成不覆盖旧报告），前端默认显示最新一份。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B43C0-953B-4165-9868-43700FAA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19050" rIns="76200" bIns="1905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雅思写作批改网站 · 项目总结报告 | 5/10</a:t>
            </a:r>
          </a:p>
        </p:txBody>
      </p:sp>
    </p:spTree>
    <p:extLst>
      <p:ext uri="{BB962C8B-B14F-4D97-AF65-F5344CB8AC3E}">
        <p14:creationId xmlns:p14="http://schemas.microsoft.com/office/powerpoint/2010/main" val="18833121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03ABBC-A532-4782-B6EE-D4BF3632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8DA18-3E6C-4427-B08D-F3CC389D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2F003-ED60-4DFB-8B01-EFF41515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2190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BC47E-0E72-44BD-B413-C0DF0212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 lIns="228600" tIns="152400" rIns="228600" bIns="11430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05 成果展示（截屏）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提交页、登录页、结果页的真实运行画面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F2E6E-8510-48A3-92A8-80D5DD3D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5623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17f631b7a446f"/>
          <a:stretch xmlns:a="http://schemas.openxmlformats.org/drawingml/2006/main"/>
        </p:blipFill>
        <p:spPr>
          <a:xfrm xmlns:a="http://schemas.openxmlformats.org/drawingml/2006/main">
            <a:off x="723900" y="1714500"/>
            <a:ext cx="3333750" cy="3124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76475-5751-4385-B025-2AB170A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提交页：话题题库 + 题目输入 + 作文输入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70F73-095F-4C97-A73E-7E01B4F0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00200"/>
            <a:ext cx="35623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f5e9b2cb542a7"/>
          <a:stretch xmlns:a="http://schemas.openxmlformats.org/drawingml/2006/main"/>
        </p:blipFill>
        <p:spPr>
          <a:xfrm xmlns:a="http://schemas.openxmlformats.org/drawingml/2006/main">
            <a:off x="4429125" y="1714500"/>
            <a:ext cx="3333750" cy="3124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7AACC-7B94-44FF-9922-C2178753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95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登录页：邮箱密码登录（Credentials）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42678-166A-4964-AF69-7EAD2C35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5623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f508462d2489f"/>
          <a:stretch xmlns:a="http://schemas.openxmlformats.org/drawingml/2006/main"/>
        </p:blipFill>
        <p:spPr>
          <a:xfrm xmlns:a="http://schemas.openxmlformats.org/drawingml/2006/main">
            <a:off x="8134350" y="1714500"/>
            <a:ext cx="3333750" cy="3124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E196A-6E41-45CC-8109-CCF7346F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95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结果页：评分、建议、范文、参考观点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2DA7A-B6A6-4480-9A22-A6F197EC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05367-41E6-42D3-93ED-3A37BA74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演示说明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50096-5311-4A20-8FDC-C735DDC0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6299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当前版本已支持完整链路演示：注册/登录 → 提交作文 → 批改生成 → 历史查看 → 报告重生成。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录屏可按该路径一次性采集，建议控制在 2-3 分钟。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5F6EA-E571-4DBD-93F7-466355FE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19050" rIns="76200" bIns="1905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雅思写作批改网站 · 项目总结报告 | 6/10</a:t>
            </a:r>
          </a:p>
        </p:txBody>
      </p:sp>
    </p:spTree>
    <p:extLst>
      <p:ext uri="{BB962C8B-B14F-4D97-AF65-F5344CB8AC3E}">
        <p14:creationId xmlns:p14="http://schemas.microsoft.com/office/powerpoint/2010/main" val="3275431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860474-DB9B-4C2B-894B-8606545D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1EEBE-CEA6-48BD-B89B-DABA77B9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E3C46-7323-4F12-A27E-E7E5083E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2190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326C9-782F-42A5-AB7D-E136896E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 lIns="228600" tIns="152400" rIns="228600" bIns="11430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06 AI 平台与关键技术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本项目中 AI 模块的落地方式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2AAA1-DD02-45EE-8B36-930AE618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334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3C678-67AB-4BA7-94A7-4F893B33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AI 平台 / 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576B8-5494-41E2-81BF-DF428EEB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991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DeepSeek API：负责作文批改生成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Codex：端到端实现与迭代修复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Claude：用于方案澄清与约束增强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Prisma Seed：导入题库、范文库、知识观点库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NextAuth：安全鉴权与受保护路由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27D26-E604-4676-9C3A-5417697B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85900"/>
            <a:ext cx="5334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59F84-0153-4C7E-9B14-8A6ECD0B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关键技术点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52D7F-1AE9-4FDC-B540-7743A57B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4991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RAG 召回策略：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  1) 范文先 questionId 精确匹配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  2) 再按 themeCn 兜底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  3) 最终仅展示最相关 1 篇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观点库召回：按 topic + pointCount 排序，仅展示 Top3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流式生成 + 结构化 JSON 解析存库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数据清洗：修复污染范文尾部文本（避免错召回）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A6B84-EFD9-4F8B-AD30-1F8DC284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19050" rIns="76200" bIns="1905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雅思写作批改网站 · 项目总结报告 | 7/10</a:t>
            </a:r>
          </a:p>
        </p:txBody>
      </p:sp>
    </p:spTree>
    <p:extLst>
      <p:ext uri="{BB962C8B-B14F-4D97-AF65-F5344CB8AC3E}">
        <p14:creationId xmlns:p14="http://schemas.microsoft.com/office/powerpoint/2010/main" val="16603740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533A6-2CF6-4DC5-86A4-E29F737D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E61D2-9FE7-4142-8ED4-7F2EA0CA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982CC-9765-4331-AA5C-2C261BAD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2190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B51EE-F61D-4D10-AA6B-411CC6BA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 lIns="228600" tIns="152400" rIns="228600" bIns="11430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07 系统使用方法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给老师 / 学生的标准操作路径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4EF43-F768-479F-8A29-0D53F91B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429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7A3B9-BB43-4BEA-A661-CB0C5793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01 账号访问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28698-E537-48ED-8B55-E8064492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086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进入首页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注册账号（邮箱唯一）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登录后自动进入受保护页面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未登录访问 API/页面会被拦截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DAB72-934E-480A-A637-D2FA9F25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3429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26B05-FDDF-461B-947D-C90D020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192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02 提交作文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6F500-2F7C-4E52-B125-DDBF62AB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3086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在 Submit 页选择题目（按话题展开）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可直接编辑题干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输入作文正文并查看实时字数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点击提交后跳转结果页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4AFE0-C28C-482A-8873-7835A490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85900"/>
            <a:ext cx="3429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08370-5A14-41B9-8E4A-242091DD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03 查看与复盘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78BA8-C1B9-4EE8-BB43-B41D29AC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086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结果页查看：评分、建议、范文、观点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历史页查看所有提交记录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可对同一 submission 重新生成报告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默认展示最新报告，旧报告保留可追溯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8B26D-2E6A-4279-B952-2C9503B1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19050" rIns="76200" bIns="1905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雅思写作批改网站 · 项目总结报告 | 8/10</a:t>
            </a:r>
          </a:p>
        </p:txBody>
      </p:sp>
    </p:spTree>
    <p:extLst>
      <p:ext uri="{BB962C8B-B14F-4D97-AF65-F5344CB8AC3E}">
        <p14:creationId xmlns:p14="http://schemas.microsoft.com/office/powerpoint/2010/main" val="14892762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DB8EC5-4C61-4B47-BE1C-A2178B7D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8CDCC-20CA-4263-87F1-6B4C62B4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93260-B98A-4EBD-A0CE-1E5A47B7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2190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6D3ED-CF22-468E-A989-9178E456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 lIns="228600" tIns="152400" rIns="228600" bIns="11430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08 成果总结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MVP 阶段已交付内容与验收情况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EEB94-0093-4207-8AA0-42C01E73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59E98-CCFF-4AB1-B6D4-3B866735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已完成交付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6E0B3-DF97-4997-B4AA-CB531CD9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991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核心页面：登录、提交、结果、历史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核心接口：认证、题目、提交、结果、重生成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数据链路：seed 导入 + Prisma 落库 + 查询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AI 链路：RAG 召回 + DeepSeek 批改 + 报告存储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F272B-80BB-4D69-B92D-68F8874D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859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EC93B-E6B3-4F9D-9DF5-49CC8DE9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质量与可用性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69169-A5B4-4475-8CAF-336C952D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4991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提交流程端到端可运行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结果页可解释性增强（范文 + 观点显式展示）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同一提交支持多报告版本追溯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UI 与交互按多轮反馈持续打磨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918AB-3277-4D29-BEE2-C9C27C3E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ABDD5-54E0-4309-B3F4-7A7669D9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验收结论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E01DD-9C35-44E1-98DE-A1C66083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0629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项目已达到“可演示、可复现、可继续迭代”的 MVP 状态。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后续可直接进入部署联调（Vercel + 托管 PostgreSQL）与真实用户小规模试用。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F908F-BF53-49FB-99FD-908A3AF2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19050" rIns="76200" bIns="1905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雅思写作批改网站 · 项目总结报告 | 9/10</a:t>
            </a:r>
          </a:p>
        </p:txBody>
      </p:sp>
    </p:spTree>
    <p:extLst>
      <p:ext uri="{BB962C8B-B14F-4D97-AF65-F5344CB8AC3E}">
        <p14:creationId xmlns:p14="http://schemas.microsoft.com/office/powerpoint/2010/main" val="16768741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780BDE-1815-436D-9381-225CD291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C5B9-90F3-4E90-A0FC-D4F8135B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809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1E816-35D0-4748-BED1-D7D635E7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2190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9B75D-6802-431C-B916-AB7EC373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 lIns="228600" tIns="152400" rIns="228600" bIns="11430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09 总结反思与后续计划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250" b="1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从“能跑通”走向“可规模化”的下一步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4C8F4-302E-40F9-973B-5C931A6F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334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D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3CBB3-C974-434F-A84D-3D22FA9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总结反思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558F3-2AC3-4DBA-9BC9-DFD831CB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991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明确规范是效率关键：先把“指令清晰度”做对，再做实现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方案迭代价值高：Codex 初版 + Claude 澄清让执行成本显著下降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可解释性很重要：结果页展示召回来源，用户信任更高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• 数据质量必须前置：脏数据会直接影响 RAG 与结果稳定性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FD997-20B1-48AE-BBEA-4879224F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85900"/>
            <a:ext cx="5334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B24C7-DE2F-4B0F-8570-EBC844BB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后续迭代建议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B1ACE-227B-466D-A6E3-4E8C8706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4991100" cy="405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1. 引入更细粒度评分维度（Task Response / Coherence 子项）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2. 增加教师端批注与班级管理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3. 建立 A/B Prompt 实验框架，持续提升评分一致性</a:t>
            </a:r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275">
                <a:solidFill>
                  <a:srgbClr val="1A2733"/>
                </a:solidFill>
                <a:latin typeface="Microsoft YaHei"/>
                <a:ea typeface="Microsoft YaHei"/>
                <a:cs typeface="Microsoft YaHei"/>
              </a:rPr>
              <a:t>4. 增加部署监控与错误告警（API、流式超时、DB 健康）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BC1CC-B094-4FCD-BA8B-81AB5B14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D61"/>
                </a:solidFill>
                <a:latin typeface="Microsoft YaHei"/>
                <a:ea typeface="Microsoft YaHei"/>
                <a:cs typeface="Microsoft YaHei"/>
              </a:rPr>
              <a:t>谢谢，以上为雅思写作批改网站 MVP 项目总结。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E84AE-AA31-421D-9107-25D89496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19050" rIns="76200" bIns="1905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772"/>
                </a:solidFill>
                <a:latin typeface="Microsoft YaHei"/>
                <a:ea typeface="Microsoft YaHei"/>
                <a:cs typeface="Microsoft YaHei"/>
              </a:rPr>
              <a:t>雅思写作批改网站 · 项目总结报告 | 10/10</a:t>
            </a:r>
          </a:p>
        </p:txBody>
      </p:sp>
    </p:spTree>
    <p:extLst>
      <p:ext uri="{BB962C8B-B14F-4D97-AF65-F5344CB8AC3E}">
        <p14:creationId xmlns:p14="http://schemas.microsoft.com/office/powerpoint/2010/main" val="2061575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2026-05-31T04:29:17.9010000Z</dcterms:created>
  <dcterms:modified xsi:type="dcterms:W3CDTF">2026-05-31T04:29:17.9010000Z</dcterms:modified>
</coreProperties>
</file>